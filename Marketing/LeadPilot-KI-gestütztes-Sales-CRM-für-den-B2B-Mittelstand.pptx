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Bold"/>
      <p:regular r:id="rId201315"/>
    </p:embeddedFont>
    <p:embeddedFont>
      <p:font typeface="Syne"/>
      <p:regular r:id="rId201316"/>
    </p:embeddedFont>
    <p:embeddedFont>
      <p:font typeface="Syne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1416546"/>
            <a:ext cx="2719164" cy="227335"/>
          </a:xfrm>
          <a:prstGeom prst="roundRect">
            <a:avLst>
              <a:gd name="adj" fmla="val 7897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613321" y="1461418"/>
            <a:ext cx="299687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FÜR DEUBNER PRÄZISIONSTECHNIK GMBH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1703710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LeadPilot — KI-gestütztes Sales-CRM für den B2B-Mittelstand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3248099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Mehr Übersicht. Weniger Aufwand. Mehr Abschlüsse — ohne IT-Projekt.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453405"/>
            <a:ext cx="1139726" cy="220191"/>
          </a:xfrm>
          <a:prstGeom prst="roundRect">
            <a:avLst>
              <a:gd name="adj" fmla="val 7899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10493" y="496863"/>
            <a:ext cx="142309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AUSGANGSLAGE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729704"/>
            <a:ext cx="4667845" cy="852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 Problem: Vertrieb ohne Struktur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523577" y="1792784"/>
            <a:ext cx="2263750" cy="1713309"/>
          </a:xfrm>
          <a:prstGeom prst="roundRect">
            <a:avLst>
              <a:gd name="adj" fmla="val 1269"/>
            </a:avLst>
          </a:prstGeom>
          <a:solidFill>
            <a:srgbClr val="2B2952"/>
          </a:solidFill>
          <a:ln/>
        </p:spPr>
      </p:sp>
      <p:sp>
        <p:nvSpPr>
          <p:cNvPr id="7" name="Text 4"/>
          <p:cNvSpPr/>
          <p:nvPr/>
        </p:nvSpPr>
        <p:spPr>
          <a:xfrm>
            <a:off x="668462" y="1937668"/>
            <a:ext cx="1973982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220 aktive Kunden &amp; neue Leads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8462" y="2447999"/>
            <a:ext cx="1973982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Verwaltet ausschließlich über E-Mail-Postfach und Excel-Listen — kein zentrales System.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7672" y="1792784"/>
            <a:ext cx="2263750" cy="1713309"/>
          </a:xfrm>
          <a:prstGeom prst="roundRect">
            <a:avLst>
              <a:gd name="adj" fmla="val 1269"/>
            </a:avLst>
          </a:prstGeom>
          <a:solidFill>
            <a:srgbClr val="2B2952"/>
          </a:solidFill>
          <a:ln/>
        </p:spPr>
      </p:sp>
      <p:sp>
        <p:nvSpPr>
          <p:cNvPr id="10" name="Text 7"/>
          <p:cNvSpPr/>
          <p:nvPr/>
        </p:nvSpPr>
        <p:spPr>
          <a:xfrm>
            <a:off x="3072557" y="1937668"/>
            <a:ext cx="1973982" cy="426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7-köpfiges Vertriebsteam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72557" y="2447999"/>
            <a:ext cx="1973982" cy="913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Kein einheitlicher Überblick über Lead-Status, Folgeaktivitäten oder Verantwortlichkeiten.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577" y="3646438"/>
            <a:ext cx="4667845" cy="1043657"/>
          </a:xfrm>
          <a:prstGeom prst="roundRect">
            <a:avLst>
              <a:gd name="adj" fmla="val 2083"/>
            </a:avLst>
          </a:prstGeom>
          <a:solidFill>
            <a:srgbClr val="2B2952"/>
          </a:solidFill>
          <a:ln/>
        </p:spPr>
      </p:sp>
      <p:sp>
        <p:nvSpPr>
          <p:cNvPr id="13" name="Text 10"/>
          <p:cNvSpPr/>
          <p:nvPr/>
        </p:nvSpPr>
        <p:spPr>
          <a:xfrm>
            <a:off x="668462" y="3791322"/>
            <a:ext cx="43780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Manuelles Reporting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68462" y="4088606"/>
            <a:ext cx="437807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 monatliche Reporting an die Geschäftsführung ist zeitaufwändig und fehleranfällig.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52810"/>
            <a:ext cx="759470" cy="188193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7843" y="489942"/>
            <a:ext cx="1068139" cy="1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DIE LÖSUNG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82005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LeadPilot: Ihr intelligentes Vertriebscockpit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84337"/>
            <a:ext cx="5157118" cy="292231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4162" y="1319510"/>
            <a:ext cx="185812" cy="1858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0308" y="1315715"/>
            <a:ext cx="223480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Automatische nächste Schritte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0308" y="1782589"/>
            <a:ext cx="22348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LeadPilot weist jedem Lead automatisch die nächste fällige Aktion zu — kein Lead fällt durchs Raster.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4162" y="2535138"/>
            <a:ext cx="185812" cy="1858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90308" y="2531343"/>
            <a:ext cx="2234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Echtzeit-Dashboard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390308" y="2816051"/>
            <a:ext cx="22348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Status aller Leads und Kunden auf einen Blick — für Volker Hartmann und die Geschäftsführung.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4162" y="3568601"/>
            <a:ext cx="185812" cy="1858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90308" y="3564806"/>
            <a:ext cx="2234803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DSGVO-konform &amp; europäisches Hosting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6390308" y="4031679"/>
            <a:ext cx="223480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Datenschutz nach europäischen Standards — ohne eigenes IT-Projekt einführen.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59953"/>
            <a:ext cx="1205433" cy="191691"/>
          </a:xfrm>
          <a:prstGeom prst="roundRect">
            <a:avLst>
              <a:gd name="adj" fmla="val 7902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9256" y="497756"/>
            <a:ext cx="15112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NUTZEN &amp; ERGEBNIS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23577" y="694209"/>
            <a:ext cx="8096845" cy="742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Was LeadPilot für Deubner Präzisionstechnik bringt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3577" y="1659731"/>
            <a:ext cx="3981822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</a:t>
            </a:r>
            <a:endParaRPr lang="en-US" sz="3250" dirty="0"/>
          </a:p>
        </p:txBody>
      </p:sp>
      <p:sp>
        <p:nvSpPr>
          <p:cNvPr id="6" name="Text 4"/>
          <p:cNvSpPr/>
          <p:nvPr/>
        </p:nvSpPr>
        <p:spPr>
          <a:xfrm>
            <a:off x="523577" y="2219251"/>
            <a:ext cx="398182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Excel-Listen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3577" y="2468761"/>
            <a:ext cx="398182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Alles zentral in LeadPilot — kein manuelles Zusammenführen mehr.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8526" y="1659731"/>
            <a:ext cx="3981896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3250" dirty="0"/>
          </a:p>
        </p:txBody>
      </p:sp>
      <p:sp>
        <p:nvSpPr>
          <p:cNvPr id="9" name="Text 7"/>
          <p:cNvSpPr/>
          <p:nvPr/>
        </p:nvSpPr>
        <p:spPr>
          <a:xfrm>
            <a:off x="4638526" y="2219251"/>
            <a:ext cx="398189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Klick zum Report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38526" y="2468761"/>
            <a:ext cx="398189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Monatliches Reporting an die GF automatisch generiert.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3577" y="2930947"/>
            <a:ext cx="3981822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220+</a:t>
            </a:r>
            <a:endParaRPr lang="en-US" sz="3250" dirty="0"/>
          </a:p>
        </p:txBody>
      </p:sp>
      <p:sp>
        <p:nvSpPr>
          <p:cNvPr id="12" name="Text 10"/>
          <p:cNvSpPr/>
          <p:nvPr/>
        </p:nvSpPr>
        <p:spPr>
          <a:xfrm>
            <a:off x="523577" y="3490466"/>
            <a:ext cx="3981822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Leads im Blick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23577" y="3739976"/>
            <a:ext cx="3981822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Vollständige Transparenz über alle aktiven Kunden und Opportunities.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38526" y="2930947"/>
            <a:ext cx="3981896" cy="416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3250" dirty="0"/>
          </a:p>
        </p:txBody>
      </p:sp>
      <p:sp>
        <p:nvSpPr>
          <p:cNvPr id="15" name="Text 13"/>
          <p:cNvSpPr/>
          <p:nvPr/>
        </p:nvSpPr>
        <p:spPr>
          <a:xfrm>
            <a:off x="4638526" y="3490466"/>
            <a:ext cx="3981896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Tage bis Live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38526" y="3739976"/>
            <a:ext cx="3981896" cy="18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Einführung ohne IT-Projekt — Ihr Team arbeitet sofort produktiv.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3577" y="4045893"/>
            <a:ext cx="8096845" cy="637654"/>
          </a:xfrm>
          <a:prstGeom prst="roundRect">
            <a:avLst>
              <a:gd name="adj" fmla="val 2970"/>
            </a:avLst>
          </a:prstGeom>
          <a:solidFill>
            <a:srgbClr val="19008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784" y="4202088"/>
            <a:ext cx="157758" cy="12620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3748" y="4183931"/>
            <a:ext cx="7560469" cy="37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LeadPilot ist speziell für den B2B-Mittelstand konzipiert — keine Enterprise-Komplexität, sondern praxisnahe Automatisierung für Vertriebsteams wie Ihres.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22895"/>
            <a:ext cx="928762" cy="152772"/>
          </a:xfrm>
          <a:prstGeom prst="roundRect">
            <a:avLst>
              <a:gd name="adj" fmla="val 7896"/>
            </a:avLst>
          </a:prstGeom>
          <a:noFill/>
          <a:ln w="4763">
            <a:solidFill>
              <a:srgbClr val="806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3853" y="453033"/>
            <a:ext cx="1265411" cy="92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806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NÄCHSTE SCHRITTE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523577" y="602679"/>
            <a:ext cx="8096845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 3 Schritten zum laufenden System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247" y="999530"/>
            <a:ext cx="4755505" cy="2822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04165" y="3174002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Live‑Betrieb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14360" y="3174002"/>
            <a:ext cx="1182128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Onboarding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500264" y="3066973"/>
            <a:ext cx="1182128" cy="42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Kurzgespräch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577" y="3897957"/>
            <a:ext cx="8554045" cy="134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Kein langes IT-Projekt, keine monatelange Einführung. LeadPilot läuft bei Deubner Präzisionstechnik innerhalb weniger Tage — Ihr Vertriebsteam kann sofort starten.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451172" y="4108326"/>
            <a:ext cx="4070598" cy="612279"/>
          </a:xfrm>
          <a:prstGeom prst="roundRect">
            <a:avLst>
              <a:gd name="adj" fmla="val 2463"/>
            </a:avLst>
          </a:prstGeom>
          <a:solidFill>
            <a:srgbClr val="8061FF"/>
          </a:solidFill>
          <a:ln/>
        </p:spPr>
      </p:sp>
      <p:sp>
        <p:nvSpPr>
          <p:cNvPr id="11" name="Text 8"/>
          <p:cNvSpPr/>
          <p:nvPr/>
        </p:nvSpPr>
        <p:spPr>
          <a:xfrm>
            <a:off x="551631" y="4175820"/>
            <a:ext cx="386968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Ihr nächster Schritt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51631" y="4391099"/>
            <a:ext cx="3869680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Ein 30-minütiges Gespräch mit Volker Hartmann — wir zeigen LeadPilot live, zugeschnitten auf Ihre Prozesse.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99397" y="4175820"/>
            <a:ext cx="3925788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Kontakt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699397" y="4391099"/>
            <a:ext cx="3925788" cy="268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Gerne vereinbaren wir einen Termin direkt mit Herrn Hartmann, Head of Sales bei Deubner Präzisionstechnik GmbH.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2026-08-13T12:00:47Z</dcterms:created>
  <dcterms:modified xsi:type="dcterms:W3CDTF">2026-08-13T12:00:47Z</dcterms:modified>
</cp:coreProperties>
</file>